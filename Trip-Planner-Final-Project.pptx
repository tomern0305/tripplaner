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70" r:id="rId14"/>
    <p:sldId id="267" r:id="rId15"/>
    <p:sldId id="268" r:id="rId16"/>
  </p:sldIdLst>
  <p:sldSz cx="14630400" cy="8229600"/>
  <p:notesSz cx="8229600" cy="14630400"/>
  <p:embeddedFontLst>
    <p:embeddedFont>
      <p:font typeface="Cabin" panose="020B0604020202020204" charset="0"/>
      <p:regular r:id="rId18"/>
    </p:embeddedFont>
    <p:embeddedFont>
      <p:font typeface="Unbounded" panose="020B0604020202020204" charset="0"/>
      <p:regular r:id="rId19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4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BFE6-4926-FA27-9A39-3AA9BC6E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3B4D4-7776-0031-F5C9-DA811DD82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16E0C-E888-C4EC-9196-E79D69FE1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90FEA-51EE-2C50-F25B-74BF6F005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90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2CEA-E679-7B14-21D1-435801E8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D34E0-2A15-839C-FF32-649EAA18B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BB884-0E86-C6AB-C567-B6B030EC1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5115F-FA31-807E-A5AF-451E73162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7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55CC-D4F6-6688-EB76-7FA0A28D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406E4-10E6-D673-16A6-CF432C79C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3CB00-E75C-ABBB-03FF-0296EC20A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46FE6-1AF0-B697-8547-84B1A4795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889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BD42B-98B1-2F6F-320D-60A8962B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168EA-5A04-F42A-D008-274FC3286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FE73A-3F8C-56F9-DDCA-7D6B946F0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1389F-9CD9-032D-518C-AE37B9199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97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51BF7-6E7E-39BB-3FDC-240417BA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DEC34-ACC7-1264-9EB6-5C5297CA3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D34CB-4C6C-8C74-D0B2-FAFAEA951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05547-2D73-BD31-E9BC-795603A55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4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236958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Planner – Final Project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3658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 + Node.js + MongoDB Full Stack Application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78881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By Tomer Natan, Almog Asia and Zohar Marziano</a:t>
            </a:r>
            <a:endParaRPr lang="en-US" sz="1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47577C-79CC-AD5F-AD62-1CC29991D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343" y="2365540"/>
            <a:ext cx="3037269" cy="28062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98007"/>
            <a:ext cx="570940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37724" y="25301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615559" y="260794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Plan, view, and save custom travel routes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7724" y="3547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615559" y="362521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Personalized trips with route, weather, and map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7724" y="456473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615559" y="464248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RESTful API backend with secure user system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A6D7C9-7A7A-5277-D55C-FF9EEF90B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88" y="815023"/>
            <a:ext cx="8399812" cy="40866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6C881E-D318-9ADE-8CB6-67D491840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88" y="4901684"/>
            <a:ext cx="8399812" cy="1083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465" y="528399"/>
            <a:ext cx="6492835" cy="56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Technologies &amp; Libraries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72465" y="1573768"/>
            <a:ext cx="2260640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72465" y="2048351"/>
            <a:ext cx="640830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React, React Router, Axios, Leaflet, React Leaflet, Polyline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2465" y="2547818"/>
            <a:ext cx="2260640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72465" y="3022402"/>
            <a:ext cx="640830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Node.js, Express, JWT, bcrypt, Mongoose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465" y="3521869"/>
            <a:ext cx="2260640" cy="282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APIs: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72465" y="3996452"/>
            <a:ext cx="640830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OpenRouteService, WeatherAPI, Unsplash, GROQ</a:t>
            </a:r>
            <a:endParaRPr lang="en-US" sz="15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62AC82-F55B-8E1E-15E8-BEFD3444F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249" y="5403737"/>
            <a:ext cx="5282025" cy="615520"/>
          </a:xfrm>
          <a:prstGeom prst="rect">
            <a:avLst/>
          </a:prstGeom>
        </p:spPr>
      </p:pic>
      <p:pic>
        <p:nvPicPr>
          <p:cNvPr id="16" name="Picture 1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DAC9292-C33A-7CE9-139D-99CE6D4FB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250" y="1573768"/>
            <a:ext cx="5282024" cy="3350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093" y="637223"/>
            <a:ext cx="5829062" cy="626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Installation &amp; Setup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45093" y="1822013"/>
            <a:ext cx="212884" cy="1632823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170861" y="2034897"/>
            <a:ext cx="4311729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npm install for client &amp; server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70861" y="2560915"/>
            <a:ext cx="5884664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Run npm install in both the client and server directories to set up dependencies.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64419" y="3614499"/>
            <a:ext cx="212884" cy="1945958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490186" y="3827383"/>
            <a:ext cx="5565338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.env files for API keys (Unsplash, ORS, Weather)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90186" y="4666536"/>
            <a:ext cx="5565338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 .env files in the respective directories and add your API keys for external services.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383744" y="5720120"/>
            <a:ext cx="212884" cy="1632823"/>
          </a:xfrm>
          <a:prstGeom prst="roundRect">
            <a:avLst>
              <a:gd name="adj" fmla="val 15000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809512" y="5933003"/>
            <a:ext cx="484703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 Atlas or local instance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809512" y="6459022"/>
            <a:ext cx="5246013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Configure your MongoDB connection, either using a cloud-hosted Atlas instance or a local MongoDB server.</a:t>
            </a:r>
            <a:endParaRPr lang="en-US" sz="16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F6A2F8-8020-2225-FB22-5738CBD53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313" y="3487072"/>
            <a:ext cx="5986222" cy="36529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F7E0EF-CDC7-6638-F12A-62790B03C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983" y="1482415"/>
            <a:ext cx="5983180" cy="17312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98007"/>
            <a:ext cx="60219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Registration Page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614761" y="25301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/>
          <p:cNvSpPr/>
          <p:nvPr/>
        </p:nvSpPr>
        <p:spPr>
          <a:xfrm>
            <a:off x="8392597" y="260794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Input: name, email, password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7614761" y="3547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8392597" y="362521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Password is hashed with bcrypt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614761" y="456473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392597" y="464248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 success, JWT is generated and sent</a:t>
            </a:r>
            <a:endParaRPr lang="en-US" sz="1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201DDE-E589-6676-0E91-C69F7474F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70" y="2136039"/>
            <a:ext cx="2486868" cy="47507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897BA-9850-13DE-F5E4-0CD2C365A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438" y="2136039"/>
            <a:ext cx="2313468" cy="4750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604E2D-9DA2-001D-44C4-3CCC38C46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4934" y="2136039"/>
            <a:ext cx="519899" cy="5121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4D6320-692B-228C-E521-8229C5AD1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298" y="2648179"/>
            <a:ext cx="520535" cy="5121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9800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Login Page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301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615559" y="260794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Email &amp; password login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3547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615559" y="362521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Password compared with hashed version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37724" y="456473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615559" y="464248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JWT returned and saved in localStorage</a:t>
            </a:r>
            <a:endParaRPr lang="en-US" sz="1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D42BBC-EB9C-280D-3B4B-58559D14F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507" y="690084"/>
            <a:ext cx="4010585" cy="68494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978" y="939403"/>
            <a:ext cx="5255538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Page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594640" y="2179677"/>
            <a:ext cx="6263402" cy="1352550"/>
          </a:xfrm>
          <a:prstGeom prst="roundRect">
            <a:avLst>
              <a:gd name="adj" fmla="val 247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/>
          <p:cNvSpPr/>
          <p:nvPr/>
        </p:nvSpPr>
        <p:spPr>
          <a:xfrm>
            <a:off x="7817406" y="2402443"/>
            <a:ext cx="5696903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Welcome message with user’s name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817406" y="2952869"/>
            <a:ext cx="581787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Personalized greeting for the logged-in user.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594640" y="3754993"/>
            <a:ext cx="6263402" cy="1352550"/>
          </a:xfrm>
          <a:prstGeom prst="roundRect">
            <a:avLst>
              <a:gd name="adj" fmla="val 2472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7817406" y="3977759"/>
            <a:ext cx="2641640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Last trip preview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817406" y="4528185"/>
            <a:ext cx="581787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Quick access to details of the most recently planned trip.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594640" y="5330309"/>
            <a:ext cx="6263402" cy="1709142"/>
          </a:xfrm>
          <a:prstGeom prst="roundRect">
            <a:avLst>
              <a:gd name="adj" fmla="val 195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7817406" y="5553075"/>
            <a:ext cx="535197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Buttons: Create Trip / View History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817406" y="6103501"/>
            <a:ext cx="581787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Navigation options for planning new trips or reviewing past ones.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718632-49C3-5B1D-4D90-433E4A81E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0" y="2061442"/>
            <a:ext cx="7074496" cy="3491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E14144-2FE7-5D0E-2E1E-18C637CCA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1" y="5553075"/>
            <a:ext cx="7074496" cy="906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98007"/>
            <a:ext cx="61402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Planning Page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301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615559" y="260794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Inputs: Country, City, Type (bike/trek), Date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3547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615559" y="362521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clicks "Generate Route"</a:t>
            </a:r>
            <a:endParaRPr lang="en-US" sz="1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706095-D709-F7D1-A207-0456412BF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349" y="4960800"/>
            <a:ext cx="10133701" cy="272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019" y="306228"/>
            <a:ext cx="9024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Map + Route Summary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865660" y="242018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/>
          <p:cNvSpPr/>
          <p:nvPr/>
        </p:nvSpPr>
        <p:spPr>
          <a:xfrm>
            <a:off x="9640711" y="242052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shown with coordinates on Leaflet map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865660" y="335970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9640711" y="3362759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Weather forecast or fallback to current weather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865660" y="4299229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9640711" y="430499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Image of country via Unsplash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865660" y="523875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9640711" y="5238752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info: coordinates, distance, ETA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865660" y="617827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9640711" y="6174360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Save button to add to history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6C017A-D337-BCEC-086D-F6EF4197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80" y="1201668"/>
            <a:ext cx="8422342" cy="38456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36D9B4A-3364-0F44-86E5-33A2F265E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80" y="5000617"/>
            <a:ext cx="8422342" cy="29304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19EA-EE46-8502-9D36-AD99F0AF2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8F7FAF-EFBB-0932-1234-1616813E02B1}"/>
              </a:ext>
            </a:extLst>
          </p:cNvPr>
          <p:cNvSpPr/>
          <p:nvPr/>
        </p:nvSpPr>
        <p:spPr>
          <a:xfrm>
            <a:off x="450019" y="306228"/>
            <a:ext cx="9024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Map + Route Summary</a:t>
            </a:r>
            <a:endParaRPr lang="en-US" sz="4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FA99B1-6177-457C-3EB1-DCA4606D9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19" y="1096645"/>
            <a:ext cx="10922400" cy="26950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200ED3-2450-88E5-B4F0-1B413E608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19" y="3791667"/>
            <a:ext cx="10922400" cy="426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8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555" y="760452"/>
            <a:ext cx="7168396" cy="52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LLM Integration &amp; Validation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" y="1763316"/>
            <a:ext cx="900946" cy="1646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1643" y="1943457"/>
            <a:ext cx="5383768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Prompt sent to LLM to generate coordinates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711643" y="2653427"/>
            <a:ext cx="53837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sends a request to the Large Language Model for route coordinates.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55" y="3409831"/>
            <a:ext cx="900946" cy="1381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11643" y="3589973"/>
            <a:ext cx="524720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If invalid → OpenRouteService routing fails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711643" y="4035028"/>
            <a:ext cx="53837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 the LLM's output is not valid, the routing service will fail to generate a route.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" y="4791432"/>
            <a:ext cx="900946" cy="1381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11643" y="4971574"/>
            <a:ext cx="339090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Retry prompt up to 5 times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711643" y="5416629"/>
            <a:ext cx="5383768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system attempts to re-prompt the LLM multiple times to get valid coordinates.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55" y="6173033"/>
            <a:ext cx="900946" cy="10934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11643" y="6353175"/>
            <a:ext cx="527649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 total failure → user sees error message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711643" y="6798231"/>
            <a:ext cx="5383768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If all retries fail, an error message is displayed to the user.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AF1803-EE73-7F98-180B-108A65F0CA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000" y="1728753"/>
            <a:ext cx="7070583" cy="5069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B193-8493-A8D5-B0DF-17BAA69F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1A4F9190-835F-97C0-9684-BCBAB4F6CD4C}"/>
              </a:ext>
            </a:extLst>
          </p:cNvPr>
          <p:cNvSpPr/>
          <p:nvPr/>
        </p:nvSpPr>
        <p:spPr>
          <a:xfrm>
            <a:off x="10290040" y="239967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5AE78E-0BF5-154F-37BB-C680E54C15FC}"/>
              </a:ext>
            </a:extLst>
          </p:cNvPr>
          <p:cNvSpPr/>
          <p:nvPr/>
        </p:nvSpPr>
        <p:spPr>
          <a:xfrm>
            <a:off x="11004124" y="2324182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Displays past/future trips</a:t>
            </a:r>
            <a:endParaRPr lang="en-US" sz="18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1EA9293-AD40-00DD-D39A-6F51D4B70F30}"/>
              </a:ext>
            </a:extLst>
          </p:cNvPr>
          <p:cNvSpPr/>
          <p:nvPr/>
        </p:nvSpPr>
        <p:spPr>
          <a:xfrm>
            <a:off x="10290040" y="332168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7D6708-6574-2FA3-7E2C-728620BFB58C}"/>
              </a:ext>
            </a:extLst>
          </p:cNvPr>
          <p:cNvSpPr/>
          <p:nvPr/>
        </p:nvSpPr>
        <p:spPr>
          <a:xfrm>
            <a:off x="11004124" y="3302394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Filter: Type, Country, Date, Weather</a:t>
            </a:r>
            <a:endParaRPr lang="en-US" sz="18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FDCF365-7BC4-B2A5-B6CC-178498F9B2F5}"/>
              </a:ext>
            </a:extLst>
          </p:cNvPr>
          <p:cNvSpPr/>
          <p:nvPr/>
        </p:nvSpPr>
        <p:spPr>
          <a:xfrm>
            <a:off x="10290040" y="424113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AEB6C21-11E3-7D3B-26CF-5723E543341A}"/>
              </a:ext>
            </a:extLst>
          </p:cNvPr>
          <p:cNvSpPr/>
          <p:nvPr/>
        </p:nvSpPr>
        <p:spPr>
          <a:xfrm>
            <a:off x="11004124" y="4161159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View full trip details</a:t>
            </a:r>
            <a:endParaRPr lang="en-US" sz="185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BBE792D-5B05-B2AD-0EA2-4C19A3376393}"/>
              </a:ext>
            </a:extLst>
          </p:cNvPr>
          <p:cNvSpPr/>
          <p:nvPr/>
        </p:nvSpPr>
        <p:spPr>
          <a:xfrm>
            <a:off x="696958" y="845465"/>
            <a:ext cx="9024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History Page</a:t>
            </a:r>
            <a:endParaRPr lang="en-US" sz="4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EBB274-2EA7-BAB9-9806-F6A5AA9A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21" y="1719072"/>
            <a:ext cx="9832963" cy="48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90CF5-BED1-C708-3D08-C347DC69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3F7E7FE-8B5C-48EE-7067-72DDE0252918}"/>
              </a:ext>
            </a:extLst>
          </p:cNvPr>
          <p:cNvSpPr/>
          <p:nvPr/>
        </p:nvSpPr>
        <p:spPr>
          <a:xfrm>
            <a:off x="696958" y="845465"/>
            <a:ext cx="9024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Trip History Page – View trip </a:t>
            </a:r>
            <a:endParaRPr lang="en-US" sz="4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F491AC-988D-FAE9-C136-78F30286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200" y="2007211"/>
            <a:ext cx="11412000" cy="565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1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5DCF-4448-7DA2-1117-5D79380E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CD1165-B24E-1461-51B8-AF221C1E98B2}"/>
              </a:ext>
            </a:extLst>
          </p:cNvPr>
          <p:cNvSpPr/>
          <p:nvPr/>
        </p:nvSpPr>
        <p:spPr>
          <a:xfrm>
            <a:off x="837724" y="1198007"/>
            <a:ext cx="61402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MongoDB Schema &amp; Storage</a:t>
            </a:r>
            <a:endParaRPr lang="en-US" sz="4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5F83BD-45FB-2A3D-8EC0-A21DD9C9DF4D}"/>
              </a:ext>
            </a:extLst>
          </p:cNvPr>
          <p:cNvSpPr/>
          <p:nvPr/>
        </p:nvSpPr>
        <p:spPr>
          <a:xfrm>
            <a:off x="837724" y="25301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AB52F8-F04F-BF65-60D3-68FF657E9294}"/>
              </a:ext>
            </a:extLst>
          </p:cNvPr>
          <p:cNvSpPr/>
          <p:nvPr/>
        </p:nvSpPr>
        <p:spPr>
          <a:xfrm>
            <a:off x="1615559" y="260794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Inputs: Country, City, Type (bike/trek), Date</a:t>
            </a:r>
            <a:endParaRPr lang="en-US" sz="1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81161F-9374-E320-1782-FBE0343CB9A4}"/>
              </a:ext>
            </a:extLst>
          </p:cNvPr>
          <p:cNvSpPr/>
          <p:nvPr/>
        </p:nvSpPr>
        <p:spPr>
          <a:xfrm>
            <a:off x="837724" y="3547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F329CD-FCA8-A959-F15C-CF0BEC73ADF8}"/>
              </a:ext>
            </a:extLst>
          </p:cNvPr>
          <p:cNvSpPr/>
          <p:nvPr/>
        </p:nvSpPr>
        <p:spPr>
          <a:xfrm>
            <a:off x="1615559" y="3625215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clicks "Generate Route"</a:t>
            </a:r>
            <a:endParaRPr lang="en-US" sz="1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58E479-751C-FF25-C4C8-FAB236689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990" y="2219688"/>
            <a:ext cx="3190292" cy="4990809"/>
          </a:xfrm>
          <a:prstGeom prst="rect">
            <a:avLst/>
          </a:prstGeom>
        </p:spPr>
      </p:pic>
      <p:pic>
        <p:nvPicPr>
          <p:cNvPr id="2050" name="Picture 2" descr="How to get started with MongoDB in 10 minutes | by Navindu ...">
            <a:extLst>
              <a:ext uri="{FF2B5EF4-FFF2-40B4-BE49-F238E27FC236}">
                <a16:creationId xmlns:a16="http://schemas.microsoft.com/office/drawing/2014/main" id="{D29953A2-FCDD-9228-51BA-31C58CD1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391" y="3880965"/>
            <a:ext cx="2274366" cy="2274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5191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7C7A-A273-0EE4-DBD6-30607B24F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C8F79BFC-CD60-F47E-7473-B26FCA00BE0E}"/>
              </a:ext>
            </a:extLst>
          </p:cNvPr>
          <p:cNvSpPr/>
          <p:nvPr/>
        </p:nvSpPr>
        <p:spPr>
          <a:xfrm>
            <a:off x="7614761" y="234243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710109-5C19-31B4-C99F-F76F8FFEF9E1}"/>
              </a:ext>
            </a:extLst>
          </p:cNvPr>
          <p:cNvSpPr/>
          <p:nvPr/>
        </p:nvSpPr>
        <p:spPr>
          <a:xfrm>
            <a:off x="8392597" y="242018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stack app with secure login and trip planning</a:t>
            </a:r>
            <a:endParaRPr lang="en-US" sz="18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1978283-4E3D-8354-0897-55334DE66D1A}"/>
              </a:ext>
            </a:extLst>
          </p:cNvPr>
          <p:cNvSpPr/>
          <p:nvPr/>
        </p:nvSpPr>
        <p:spPr>
          <a:xfrm>
            <a:off x="7614761" y="335970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4AAB4F1-282D-49A8-304B-957DD1F82CD6}"/>
              </a:ext>
            </a:extLst>
          </p:cNvPr>
          <p:cNvSpPr/>
          <p:nvPr/>
        </p:nvSpPr>
        <p:spPr>
          <a:xfrm>
            <a:off x="8392597" y="343745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Integrated APIs: LLM, ORS,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WeatherAPI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Unsplash</a:t>
            </a:r>
            <a:endParaRPr lang="en-US" sz="18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C5CBAE-9A3E-CBF1-9CE3-C70B1B66E9A7}"/>
              </a:ext>
            </a:extLst>
          </p:cNvPr>
          <p:cNvSpPr/>
          <p:nvPr/>
        </p:nvSpPr>
        <p:spPr>
          <a:xfrm>
            <a:off x="7614761" y="437697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687FB0-106F-AAC8-BEAD-6CE8313719CF}"/>
              </a:ext>
            </a:extLst>
          </p:cNvPr>
          <p:cNvSpPr/>
          <p:nvPr/>
        </p:nvSpPr>
        <p:spPr>
          <a:xfrm>
            <a:off x="8392597" y="445472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MongoDB stores user and trip data</a:t>
            </a:r>
            <a:endParaRPr lang="en-US" sz="185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45362D3-7CEC-DCAB-E700-DE0AF9203DD2}"/>
              </a:ext>
            </a:extLst>
          </p:cNvPr>
          <p:cNvSpPr/>
          <p:nvPr/>
        </p:nvSpPr>
        <p:spPr>
          <a:xfrm>
            <a:off x="696958" y="845465"/>
            <a:ext cx="90242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Final Notes</a:t>
            </a:r>
            <a:endParaRPr lang="en-US" sz="44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07D76E81-A4BF-E1AA-0911-EE5618621218}"/>
              </a:ext>
            </a:extLst>
          </p:cNvPr>
          <p:cNvSpPr/>
          <p:nvPr/>
        </p:nvSpPr>
        <p:spPr>
          <a:xfrm>
            <a:off x="7614761" y="532122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B0F1EAF-1FF4-0CAC-C5AC-7F9A352BE69D}"/>
              </a:ext>
            </a:extLst>
          </p:cNvPr>
          <p:cNvSpPr/>
          <p:nvPr/>
        </p:nvSpPr>
        <p:spPr>
          <a:xfrm>
            <a:off x="8392597" y="539897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Responsive UI with dynamic routing and trip feedback</a:t>
            </a:r>
            <a:endParaRPr lang="en-US" sz="185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DDBF8D9-7B6C-F7B7-4AF9-256F3EAE5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4630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Responsive UI with dynamic routing and trip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IL" altLang="en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970CA46-5A74-CDC1-61CF-329AF8B37885}"/>
              </a:ext>
            </a:extLst>
          </p:cNvPr>
          <p:cNvSpPr/>
          <p:nvPr/>
        </p:nvSpPr>
        <p:spPr>
          <a:xfrm>
            <a:off x="7614761" y="626547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EBAA0EF-7E55-5004-970D-C906D101ADAF}"/>
              </a:ext>
            </a:extLst>
          </p:cNvPr>
          <p:cNvSpPr/>
          <p:nvPr/>
        </p:nvSpPr>
        <p:spPr>
          <a:xfrm>
            <a:off x="8392597" y="634322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password hashing using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bcrypt</a:t>
            </a:r>
            <a:endParaRPr lang="en-US" sz="18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184E6EA4-9E7B-966C-099E-FA51D5883606}"/>
              </a:ext>
            </a:extLst>
          </p:cNvPr>
          <p:cNvSpPr/>
          <p:nvPr/>
        </p:nvSpPr>
        <p:spPr>
          <a:xfrm>
            <a:off x="7614761" y="720972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974C260-4729-EEED-FB2B-44ADAA595E7E}"/>
              </a:ext>
            </a:extLst>
          </p:cNvPr>
          <p:cNvSpPr/>
          <p:nvPr/>
        </p:nvSpPr>
        <p:spPr>
          <a:xfrm>
            <a:off x="8392597" y="7287473"/>
            <a:ext cx="540770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Protected routes via JWT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39963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526</Words>
  <Application>Microsoft Office PowerPoint</Application>
  <PresentationFormat>Custom</PresentationFormat>
  <Paragraphs>86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Unbounded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Almog Asia</cp:lastModifiedBy>
  <cp:revision>4</cp:revision>
  <dcterms:created xsi:type="dcterms:W3CDTF">2025-06-21T11:49:30Z</dcterms:created>
  <dcterms:modified xsi:type="dcterms:W3CDTF">2025-08-11T18:38:09Z</dcterms:modified>
</cp:coreProperties>
</file>